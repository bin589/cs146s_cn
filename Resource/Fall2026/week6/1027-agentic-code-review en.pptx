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7f0a9f009a4607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7f0a9f009a4607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f9e7bf0c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f9e7bf0c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439ee02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439ee02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439ee024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439ee024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Helps team members adapt their mental model of the system as it’s changing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Ensures the change correctly solves the problem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Opens discussion for strengths and weaknesses of a design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Catches bugs before they get to production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marR="215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Keeps the code style and organization consistent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7f0a9f009a4607f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7f0a9f009a4607f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7f0a9f009a4607f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7f0a9f009a4607f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https://x.com/addyosmani/status/2114604912520921136?s=43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2f81cb6bb4e53723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2f81cb6bb4e53723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https://www.augmentcode.com/blog/solving-code-review-with-cosmos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7f0a9f009a4607f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7f0a9f009a4607f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Multi-agent agent with a separate agent dedicated to different aspects of review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https://blog.cloudflare.com/internal-ai-engineering-stack/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2f81cb6bb4e53723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2f81cb6bb4e53723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Security review agent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7f0a9f009a4607f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7f0a9f009a4607f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Multi-agent agent with a separate agent dedicated to different aspects of review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https://blog.cloudflare.com/internal-ai-engineering-stack/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2f81cb6bb4e53723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h2f81cb6bb4e53723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https://www.greptile.com/blog/how-to-build-a-code-review-agent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2f81cb6bb4e53723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2f81cb6bb4e53723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2f81cb6bb4e53723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h2f81cb6bb4e53723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blakesmith.me/2015/02/09/code-review-essentials-for-software-teams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vercel-labs/deepsec" TargetMode="External"/><Relationship Id="rId4" Type="http://schemas.openxmlformats.org/officeDocument/2006/relationships/hyperlink" Target="https://www.wiz.io/" TargetMode="External"/><Relationship Id="rId5" Type="http://schemas.openxmlformats.org/officeDocument/2006/relationships/hyperlink" Target="https://semgrep.dev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Assignment 5 due Sunday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Remaining credits (Grok, Cognition)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Guest lecture - STLC 111 (all Thursday lectures moving forward)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Silas Alberti, Chief Research Officer @ 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425" y="2758850"/>
            <a:ext cx="1713150" cy="17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Code Review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code review is one of the highest leverage activities you can do to become a better engineer and improve overall team code quality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Detect and fix bugs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 shared mental model in team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review catches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Logic and correctness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Readability and maintainability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practices (tribal knowledge)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2034" y="0"/>
            <a:ext cx="397488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7014975" y="3995549"/>
            <a:ext cx="20310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i="1" lang="en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Blake Smith</a:t>
            </a:r>
            <a:endParaRPr i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AI-Native Code Review</a:t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3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700"/>
              <a:t>Code review is the new bottleneck → hasn’t maintained pace with speed of code generation</a:t>
            </a:r>
            <a:endParaRPr sz="1700"/>
          </a:p>
          <a:p>
            <a:pPr indent="-3365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Maturity ladder</a:t>
            </a:r>
            <a:endParaRPr sz="1700"/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Stage 0: human reviews everything</a:t>
            </a:r>
            <a:endParaRPr sz="1700"/>
          </a:p>
          <a:p>
            <a:pPr indent="-33655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Impossible to scale</a:t>
            </a:r>
            <a:endParaRPr sz="1700"/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Stage 1: single agent review</a:t>
            </a:r>
            <a:endParaRPr sz="1700"/>
          </a:p>
          <a:p>
            <a:pPr indent="-33655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Better especially if combined with auto-fix loop but still leaves gains on the table</a:t>
            </a:r>
            <a:endParaRPr sz="1700"/>
          </a:p>
          <a:p>
            <a:pPr indent="-3365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Stage 2: multi-agent risk-tiered review with self-improvement built in</a:t>
            </a:r>
            <a:endParaRPr sz="1700"/>
          </a:p>
          <a:p>
            <a:pPr indent="-33655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Engineering code standards stored in skill knowledge base</a:t>
            </a:r>
            <a:endParaRPr sz="1700"/>
          </a:p>
          <a:p>
            <a:pPr indent="-33655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Best practice that many companies are converging on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16" name="Google Shape;116;p20" title="Six layers of checks with rollb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438" y="159750"/>
            <a:ext cx="5551114" cy="444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24" name="Google Shape;124;p21" title="ChatGPT Image Sep 16, 2026, 09_08_1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7250" y="787975"/>
            <a:ext cx="6849498" cy="342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AI-Native Code Review</a:t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930400" y="2163700"/>
            <a:ext cx="1340700" cy="11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918632" y="2492975"/>
            <a:ext cx="1458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Pull request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3633600" y="1293528"/>
            <a:ext cx="1999200" cy="5727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3739450" y="1375834"/>
            <a:ext cx="1799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Security Review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3639244" y="2043769"/>
            <a:ext cx="1999200" cy="5727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3921478" y="1955585"/>
            <a:ext cx="1922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Architecture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Review	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3639244" y="2805769"/>
            <a:ext cx="1999200" cy="5727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3912564" y="2758747"/>
            <a:ext cx="1799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Code Quality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Review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3639244" y="3567769"/>
            <a:ext cx="1999200" cy="5727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889891" y="3515615"/>
            <a:ext cx="1799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Performance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Review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6910200" y="2436528"/>
            <a:ext cx="1999200" cy="572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6978252" y="2518825"/>
            <a:ext cx="1922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Aggregate Judge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" name="Google Shape;145;p22"/>
          <p:cNvCxnSpPr/>
          <p:nvPr/>
        </p:nvCxnSpPr>
        <p:spPr>
          <a:xfrm>
            <a:off x="2509750" y="2721425"/>
            <a:ext cx="74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2"/>
          <p:cNvCxnSpPr/>
          <p:nvPr/>
        </p:nvCxnSpPr>
        <p:spPr>
          <a:xfrm>
            <a:off x="5861945" y="2721425"/>
            <a:ext cx="74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54" name="Google Shape;154;p23" title="Screenshot 2026-10-26 at 9.14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263" y="966750"/>
            <a:ext cx="6891473" cy="34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AI-Native Code Review</a:t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3" name="Google Shape;163;p24" title="Screenshot 2026-08-09 at 2.21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4675" y="1070588"/>
            <a:ext cx="2594549" cy="3623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of an agentic code reviewer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Diversify model used for review compared to generation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Model inverter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Thoughtful context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2" name="Google Shape;172;p25" title="Refined MCP review workflow diagram.png"/>
          <p:cNvPicPr preferRelativeResize="0"/>
          <p:nvPr/>
        </p:nvPicPr>
        <p:blipFill rotWithShape="1">
          <a:blip r:embed="rId3">
            <a:alphaModFix/>
          </a:blip>
          <a:srcRect b="0" l="0" r="0" t="9568"/>
          <a:stretch/>
        </p:blipFill>
        <p:spPr>
          <a:xfrm>
            <a:off x="1452800" y="2241165"/>
            <a:ext cx="6238397" cy="19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of an agentic code reviewer</a:t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Spin up dev container to test different code 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Cost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Pick model based on task complexity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Code context → cheap/fast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Browser use → smaller/medium model, higher reasoning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Deep bug analysis → frontier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Historical PRs with known bugs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Detected incidents with reverts</a:t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</a:t>
            </a:r>
            <a:endParaRPr/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purpose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Claude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Greptile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Coderabbit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Devin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Vercel deepsec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Wiz security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u="sng">
                <a:solidFill>
                  <a:schemeClr val="hlink"/>
                </a:solidFill>
                <a:hlinkClick r:id="rId5"/>
              </a:rPr>
              <a:t>Semgrep</a:t>
            </a:r>
            <a:endParaRPr b="1"/>
          </a:p>
        </p:txBody>
      </p:sp>
      <p:sp>
        <p:nvSpPr>
          <p:cNvPr id="187" name="Google Shape;187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