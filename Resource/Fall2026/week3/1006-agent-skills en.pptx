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skills.md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38e38f890bfebbe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38e38f890bfebbe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38e38f890bfebbe6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38e38f890bfebbe6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38e38f890bfebbe6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38e38f890bfebbe6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Which brings us to this course…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48aec0a86415878f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h48aec0a86415878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Like scripts for agents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48aec0a86415878f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48aec0a86415878f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Provide a </a:t>
            </a:r>
            <a:r>
              <a:rPr lang="en" u="sng">
                <a:solidFill>
                  <a:schemeClr val="hlink"/>
                </a:solidFill>
                <a:hlinkClick r:id="rId2"/>
              </a:rPr>
              <a:t>skills.md</a:t>
            </a:r>
            <a:r>
              <a:rPr lang="en"/>
              <a:t>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48aec0a86415878f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48aec0a86415878f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48aec0a86415878f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48aec0a86415878f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48aec0a86415878f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48aec0a86415878f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48aec0a86415878f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h48aec0a86415878f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48aec0a86415878f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48aec0a86415878f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c53c6a7a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c53c6a7a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579b677a1dd5ab6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579b677a1dd5ab6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48aec0a86415878f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h48aec0a86415878f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48aec0a86415878f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h48aec0a86415878f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mattpocock/skill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browse.sh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Assignment 3 due Friday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Claude Code credits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Cursor credits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Austin from Cmux!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Guest lecture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Lee Robinson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4400" y="2277400"/>
            <a:ext cx="2135200" cy="21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>
            <a:off x="2791750" y="1893050"/>
            <a:ext cx="3437700" cy="97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Agent Skills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 is good for 3rd party integrations for coding agents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are amazingly good at following longer form procedures and exposing such capabilities is an important part of any harness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skills</a:t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A standard for dynamically loaded agent capabilities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Domain-specific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Combine code and prompts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Loaded by agent as needed</a:t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●"/>
            </a:pPr>
            <a:r>
              <a:rPr lang="en" sz="1850"/>
              <a:t>Use cases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Document authoring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Powerpoint creation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Data analysis</a:t>
            </a:r>
            <a:endParaRPr sz="1850"/>
          </a:p>
          <a:p>
            <a:pPr indent="-346075" lvl="1" marL="914400" rtl="0" algn="l">
              <a:spcBef>
                <a:spcPts val="0"/>
              </a:spcBef>
              <a:spcAft>
                <a:spcPts val="0"/>
              </a:spcAft>
              <a:buSzPts val="1850"/>
              <a:buChar char="○"/>
            </a:pPr>
            <a:r>
              <a:rPr lang="en" sz="1850"/>
              <a:t>…and more</a:t>
            </a:r>
            <a:endParaRPr sz="185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3977250" y="2278500"/>
            <a:ext cx="11895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 categories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understanding and p</a:t>
            </a:r>
            <a:r>
              <a:rPr lang="en"/>
              <a:t>lanning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style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Miscellaneous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Browser parsing</a:t>
            </a:r>
            <a:endParaRPr/>
          </a:p>
        </p:txBody>
      </p:sp>
      <p:sp>
        <p:nvSpPr>
          <p:cNvPr id="107" name="Google Shape;107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understanding and planning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RePPIT skills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grill-me</a:t>
            </a:r>
            <a:r>
              <a:rPr lang="en"/>
              <a:t> / </a:t>
            </a:r>
            <a:r>
              <a:rPr i="1" lang="en"/>
              <a:t>grill-with-docs </a:t>
            </a:r>
            <a:r>
              <a:rPr lang="en"/>
              <a:t>- </a:t>
            </a:r>
            <a:r>
              <a:rPr lang="en" u="sng">
                <a:solidFill>
                  <a:schemeClr val="hlink"/>
                </a:solidFill>
                <a:hlinkClick r:id="rId3"/>
              </a:rPr>
              <a:t>Matt Pocock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Develop a mental model of a task</a:t>
            </a:r>
            <a:endParaRPr/>
          </a:p>
        </p:txBody>
      </p:sp>
      <p:sp>
        <p:nvSpPr>
          <p:cNvPr id="115" name="Google Shape;115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Verification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create-verification-skill </a:t>
            </a:r>
            <a:endParaRPr/>
          </a:p>
        </p:txBody>
      </p:sp>
      <p:sp>
        <p:nvSpPr>
          <p:cNvPr id="123" name="Google Shape;123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style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Define code-level best practices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Useful for code review agents</a:t>
            </a: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Miscellaneous</a:t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Browser parsing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https://browse.sh/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 scope focused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skill, one clearly defined task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 your own collection of skills that you can easily port across projects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Mine your own transcripts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Skills are </a:t>
            </a:r>
            <a:r>
              <a:rPr lang="en"/>
              <a:t>processes written as markdown – dig your own chats to see where you intervened or corrected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Chefs bring their own knives between kitchens </a:t>
            </a:r>
            <a:r>
              <a:rPr lang="en"/>
              <a:t>- poteto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Don’t burn tokens/time reinventing the wheel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Equip agents with a CLI tool and wrap the boilerplate in a skill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Include situations and request phrases that should trigger the skill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Progressive disclosure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Reference specific files as needed with additional context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Modularize and compose skills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 a verification skill to have an agent check its 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Allows for improvement loop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APIs vs MCP vs Skills</a:t>
            </a:r>
            <a:endParaRPr/>
          </a:p>
        </p:txBody>
      </p:sp>
      <p:sp>
        <p:nvSpPr>
          <p:cNvPr id="162" name="Google Shape;162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What</a:t>
            </a:r>
            <a:r>
              <a:rPr lang="en"/>
              <a:t>: HTTP/REST/GraphQL service interfaces exposed by app for developers to call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Who</a:t>
            </a:r>
            <a:r>
              <a:rPr lang="en"/>
              <a:t>: You call or an SDK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Usage</a:t>
            </a:r>
            <a:r>
              <a:rPr lang="en"/>
              <a:t>: You decide auth, retries, paginations, input validation,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What</a:t>
            </a:r>
            <a:r>
              <a:rPr lang="en"/>
              <a:t>: Tool definitions exposed by a server so an LLM agent can invoke them in a standardized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Who</a:t>
            </a:r>
            <a:r>
              <a:rPr lang="en"/>
              <a:t>: </a:t>
            </a:r>
            <a:r>
              <a:rPr lang="en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/>
              <a:t>model/agent runtime (as “tool calls”), not a human developer writing bespoke integrations each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Usage</a:t>
            </a:r>
            <a:r>
              <a:rPr lang="en"/>
              <a:t>: Main mechanism for interacting with external resources, data, services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Skills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What</a:t>
            </a:r>
            <a:r>
              <a:rPr lang="en"/>
              <a:t>: Reusable task packages / procedures that teach an agent how to do a job, often by orchestrating multiple tools/endpoints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Who</a:t>
            </a:r>
            <a:r>
              <a:rPr lang="en"/>
              <a:t>: Agent or agent framework as higher level capability it can reach for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Usage</a:t>
            </a:r>
            <a:r>
              <a:rPr lang="en"/>
              <a:t>: Workflow abstraction - “here’s the repeatable way to complete X.”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3667900" y="2255550"/>
            <a:ext cx="1808100" cy="6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</a:t>
            </a:r>
            <a:endParaRPr sz="2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