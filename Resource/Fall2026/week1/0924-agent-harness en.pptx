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f2df738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f2df738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ab219d52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ab219d52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354eebe5652979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354eebe5652979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f2df738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f2df738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 of the components in an agent like claude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19bd9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19bd9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f2df738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bf2df738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f2df738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bf2df738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f2df738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bf2df738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f2df738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f2df738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f2df7388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bf2df7388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f2df738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f2df738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f2df7388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bf2df7388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f2df7388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f2df7388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f2df7388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bf2df7388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9bd913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9bd913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x.ai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agents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claude.md/AGENTS.m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project specifications 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Allowed 1 additional team member (in addition to a swarm of coding agents)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Credits for different coding agent providers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Factory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X.AI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details on OSS contributions next week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deadline is 9/27 for course applications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Anatomy of a Modern Coding Agent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6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6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6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6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6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6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a state-of-the-art coding agent</a:t>
            </a:r>
            <a:endParaRPr/>
          </a:p>
        </p:txBody>
      </p:sp>
      <p:pic>
        <p:nvPicPr>
          <p:cNvPr id="105" name="Google Shape;105;p17" title="Screenshot 2026-09-24 at 4.17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625" y="1038887"/>
            <a:ext cx="6470748" cy="352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coding harnesses are more complex 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Harness design is one of the most important problems in coding agents</a:t>
            </a:r>
            <a:endParaRPr sz="1700"/>
          </a:p>
          <a:p>
            <a:pPr indent="-328454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Components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System prompt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Custom configuration files (</a:t>
            </a:r>
            <a:r>
              <a:rPr lang="en" sz="17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AGENTS.md</a:t>
            </a:r>
            <a:r>
              <a:rPr lang="en" sz="1700"/>
              <a:t>, etc)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Tool list 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Plan mode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Subagents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Skills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Hooks</a:t>
            </a:r>
            <a:endParaRPr sz="1700"/>
          </a:p>
          <a:p>
            <a:pPr indent="-328454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Compaction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2" name="Google Shape;112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22" name="Google Shape;122;p19" title="claude_code_harness_architecture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175" y="394539"/>
            <a:ext cx="7389645" cy="41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List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Lean but powerful capabilities across search, shell commands, agent tasks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~40 built-in tools in the case of Claude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MCP tools are also available and loaded into context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Description, names, full signature is a part of the prompt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9" name="Google Shape;129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Prompt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System level blueprint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Defines</a:t>
            </a:r>
            <a:endParaRPr sz="1700"/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Harness / behaviors</a:t>
            </a:r>
            <a:endParaRPr sz="1700"/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Guardrails</a:t>
            </a:r>
            <a:endParaRPr sz="1700"/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Environment (ie </a:t>
            </a:r>
            <a:r>
              <a:rPr lang="en" sz="1700"/>
              <a:t>what</a:t>
            </a:r>
            <a:r>
              <a:rPr lang="en" sz="1700"/>
              <a:t> is the system, where are we)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8" name="Google Shape;13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Configuration Files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User-level agent customizations like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CLAUDE.md/AGENTS.md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Take precedence over other commands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7" name="Google Shape;14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Mode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Explicit tool prompting agent to make a spec for a change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engage in further questioning with user to clarify requirements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Describes</a:t>
            </a:r>
            <a:r>
              <a:rPr lang="en" sz="1700"/>
              <a:t> a written procedure to be performed by agent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prompt with tool calls and/or local script invocations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be invoked proactively or explicitly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5" name="Google Shape;16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Invoked via an explicit tool call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Fresh context within session with custom system prompt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Allows for parallelization (though token costs go up)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Final result passed back to parent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4" name="Google Shape;17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Prompts or snippets of code that are inserted at different points in the harness lifecycle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Especially interesting if some pre/post-processing needs to get done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We’ll discuss best practices later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3" name="Google Shape;183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Compaction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Create consolidated summary of key points in agent run when context is almost exceeded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Replace existing history with summary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Triggered manually or automatically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be lossy so you may want to adapt your own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2" name="Google Shape;192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Effective Harnesses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Simplicity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Fewer, more powerful tools are preferred (sql, bash, etc)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Mind the context window – avoid the dumb zone so be careful of tool bloat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More on optimal context engineering later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Prompt contents and lengths will evolve – make it easy to </a:t>
            </a:r>
            <a:r>
              <a:rPr lang="en" sz="1700"/>
              <a:t>adapt</a:t>
            </a:r>
            <a:r>
              <a:rPr lang="en" sz="1700"/>
              <a:t> them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1" name="Google Shape;201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